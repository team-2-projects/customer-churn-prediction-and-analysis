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Distribution by Churn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Contract Type vs Customer Count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Partner vs Churn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Senior Citizen vs Churn Rate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Dependents vs Churn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Churn Rate by Tenure Group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Internet Service Type vs Churn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Payment Method vs Churn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Dependents vs Churn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Monthly Charges vs Total Charges by Churn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Monthly Charges Distribution by Churn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8b12609f-ff4d-4955-bbbb-08f369caa314?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b3fdbf6ce9f5451f" /><Relationship Type="http://schemas.openxmlformats.org/officeDocument/2006/relationships/slideLayout" Target="/ppt/slideLayouts/slideLayout8.xml" Id="R55cbce5bc376477a" /><Relationship Type="http://schemas.openxmlformats.org/officeDocument/2006/relationships/hyperlink" Target="https://app.powerbi.com/groups/me/reports/8b12609f-ff4d-4955-bbbb-08f369caa314/?pbi_source=PowerPoint" TargetMode="External" Id="RelId0" /><Relationship Type="http://schemas.openxmlformats.org/officeDocument/2006/relationships/image" Target="/ppt/media/image4.png" Id="imgId298951049"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fead154c73da4a6b" /><Relationship Type="http://schemas.openxmlformats.org/officeDocument/2006/relationships/slideLayout" Target="/ppt/slideLayouts/slideLayout8.xml" Id="R95e037126b494f50" /><Relationship Type="http://schemas.openxmlformats.org/officeDocument/2006/relationships/hyperlink" Target="https://app.powerbi.com/groups/me/reports/8b12609f-ff4d-4955-bbbb-08f369caa314/?pbi_source=PowerPoint" TargetMode="External" Id="RelId1" /><Relationship Type="http://schemas.openxmlformats.org/officeDocument/2006/relationships/image" Target="/ppt/media/image5.png" Id="imgId298951050"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c5c3044440214470" /><Relationship Type="http://schemas.openxmlformats.org/officeDocument/2006/relationships/slideLayout" Target="/ppt/slideLayouts/slideLayout8.xml" Id="Rdebf9f8d9dfc4c9d" /><Relationship Type="http://schemas.openxmlformats.org/officeDocument/2006/relationships/hyperlink" Target="https://app.powerbi.com/groups/me/reports/8b12609f-ff4d-4955-bbbb-08f369caa314/?pbi_source=PowerPoint" TargetMode="External" Id="RelId2" /><Relationship Type="http://schemas.openxmlformats.org/officeDocument/2006/relationships/image" Target="/ppt/media/image6.png" Id="imgId298951051"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e2b40471fc204253" /><Relationship Type="http://schemas.openxmlformats.org/officeDocument/2006/relationships/slideLayout" Target="/ppt/slideLayouts/slideLayout8.xml" Id="R708eb8de7aee4a9f" /><Relationship Type="http://schemas.openxmlformats.org/officeDocument/2006/relationships/hyperlink" Target="https://app.powerbi.com/groups/me/reports/8b12609f-ff4d-4955-bbbb-08f369caa314/?pbi_source=PowerPoint" TargetMode="External" Id="RelId3" /><Relationship Type="http://schemas.openxmlformats.org/officeDocument/2006/relationships/image" Target="/ppt/media/image7.png" Id="imgId298951052"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Telco_Customer_Churn</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10/12/2025 3:50:04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10/11/2025 11:12:08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shape ,shape ,shape ,textbox ,image ,textbox ,slicer ,slicer ,slicer ,card ,card ,card ,card ,Customer Distribution by Churn Status ,Contract Type vs Customer Count ,slicer ,textbox ,image ,pageNavigator.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29895104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Overview</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shape ,shape ,shape ,textbox ,image ,textbox ,slicer ,slicer ,slicer ,Partner vs Churn ,Senior Citizen vs Churn Rate ,slicer ,Dependents vs Churn ,Churn Rate by Tenure Group ,textbox ,image ,pageNavigato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29895105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Demographics Insights</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hape ,shape ,shape ,textbox ,image ,textbox ,slicer ,slicer ,slicer ,Internet Service Type vs Churn ,Payment Method vs Churn Distribution ,slicer ,Dependents vs Churn ,textbox ,image ,pageNavigator.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29895105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Service &amp; Contract Insights</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shape ,shape ,shape ,textbox ,image ,textbox ,slicer ,slicer ,slicer ,card ,Monthly Charges vs Total Charges by Churn ,Monthly Charges Distribution by Churn ,slicer ,card ,card ,textbox ,image ,pageNavigator.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29895105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Financial Insights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